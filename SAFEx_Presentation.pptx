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Layers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4A"/>
              </a:solidFill>
              <a:effectLst/>
            </c:spPr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bubble3D val="0"/>
            <c:spPr>
              <a:solidFill>
                <a:srgbClr val="00BCD4"/>
              </a:solidFill>
              <a:effectLst/>
            </c:spPr>
          </c:dPt>
          <c:dPt>
            <c:idx val="3"/>
            <c:bubble3D val="0"/>
            <c:spPr>
              <a:solidFill>
                <a:srgbClr val="FF98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Presentation</c:v>
                </c:pt>
                <c:pt idx="1">
                  <c:v>Data</c:v>
                </c:pt>
                <c:pt idx="2">
                  <c:v>Domain</c:v>
                </c:pt>
                <c:pt idx="3">
                  <c:v>DI + Services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24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3.png"/><Relationship Id="rId7" Type="http://schemas.openxmlformats.org/officeDocument/2006/relationships/image" Target="../media/image-2-3.png"/><Relationship Id="rId8" Type="http://schemas.openxmlformats.org/officeDocument/2006/relationships/image" Target="../media/image-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image" Target="../media/image-4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1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502920"/>
            <a:ext cx="914400" cy="9144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5" name="Image 0" descr="/home/claude/safex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7086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508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SAFEx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0" y="25146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 Alert. Fast. Every call.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0" y="2971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Indian Users from Digital Fraud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11680" y="3611880"/>
            <a:ext cx="8168335" cy="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7856" y="3931920"/>
            <a:ext cx="512064" cy="512064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11" name="Image 1" descr="/home/claude/safex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70" y="4047134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3708" y="4553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22496" y="3931920"/>
            <a:ext cx="512064" cy="512064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14" name="Image 2" descr="/home/claude/safex/icon_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710" y="4047134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238348" y="4553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URL Scanning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57136" y="3931920"/>
            <a:ext cx="512064" cy="512064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17" name="Image 3" descr="/home/claude/safex/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4047134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72988" y="4553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Security Monitoring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10091776" y="3931920"/>
            <a:ext cx="512064" cy="512064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20" name="Image 4" descr="/home/claude/safex/icon_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990" y="4047134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07628" y="4553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2465680" y="5257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2465680" y="5257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321912" y="5257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321912" y="5257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178144" y="5257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178144" y="5257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34376" y="5257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34376" y="5257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011680" y="5989320"/>
            <a:ext cx="8168335" cy="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0" y="610819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 |   Android App   |   Package: com.safex.app   |   Status: Production Ready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SAFEx?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digital fraud in India, and how SAFEx responds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CF6679"/>
          </a:solidFill>
          <a:ln/>
        </p:spPr>
      </p:sp>
      <p:pic>
        <p:nvPicPr>
          <p:cNvPr id="6" name="Image 0" descr="/home/claude/safex/icon_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Fraud in India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1000+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fraud calls/SMS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₹50K+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loss per victim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fraud categories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6112" y="3621024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3538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" y="3950208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Fraud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6112" y="4279392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97280" y="4197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KYC Calls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6112" y="4608576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97280" y="4526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Scams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6112" y="493776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97280" y="4855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Scams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5760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users: Age 35–70  ·  Limited tech knowledge  ·  Hindi/English  ·  Rural &amp; Urban India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63640" y="14173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83680" y="169164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6" name="Image 1" descr="/home/claude/safex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37" y="1804797"/>
            <a:ext cx="276606" cy="27660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237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SAFEx Features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583680" y="237744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9" name="Image 2" descr="/home/claude/safex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45973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132320" y="2350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Guard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13232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analysis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583680" y="2999232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3" name="Image 3" descr="/home/claude/safex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08152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3232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Scanner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132320" y="3227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&amp; link verification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583680" y="3621024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7" name="Image 4" descr="/home/claude/safex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370332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132320" y="3593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Security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7132320" y="3849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security scoring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583680" y="4242816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1" name="Image 5" descr="/home/claude/safex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325112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132320" y="4215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132320" y="4471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6583680" y="4864608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5" name="Image 6" descr="/home/claude/safex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946904"/>
            <a:ext cx="201168" cy="20116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132320" y="4837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Reports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7132320" y="5093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documentation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583680" y="548640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9" name="Image 7" descr="/home/claude/safex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976" y="5568696"/>
            <a:ext cx="201168" cy="201168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132320" y="5458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Reporting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7132320" y="5715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authority links</a:t>
            </a:r>
            <a:endParaRPr lang="en-US" sz="105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&amp; Capabilities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working together to protect the user end-to-end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6" name="Image 0" descr="/home/claude/safex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487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Guard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286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analysis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detection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score (0–100)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fraud pattern DB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1" name="Image 1" descr="/home/claude/safex/icon_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QR Scanner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286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detection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verification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VirusTotal, 72+ engines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&amp; history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6" name="Image 2" descr="/home/claude/safex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7487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Security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286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 (0–100)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&amp; dev-mode detection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lock check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fixes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21" name="Image 3" descr="/home/claude/safex/icon_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3091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224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History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8463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call records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Risk-level badges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database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CF6679"/>
          </a:solidFill>
          <a:ln/>
        </p:spPr>
      </p:sp>
      <p:pic>
        <p:nvPicPr>
          <p:cNvPr id="26" name="Image 4" descr="/home/claude/safex/icon_bullho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30911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4224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Fraud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48463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NCRP (I4C), 1930 Helpline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Chakshu (DoT)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CEIR &amp; TAFCOP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31" name="Image 5" descr="/home/claude/safex/icon_co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30911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61120" y="4224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48463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risk threshold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layers, separated by responsibility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1076"/>
            <a:ext cx="566928" cy="566928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6" name="Image 0" descr="/home/claude/safex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239" y="18786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72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92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 · Jetpack Compose · Material 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5798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Home, Call Guard, URL Scanner, Device Security, History, Report, Settings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572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022092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3" name="Image 1" descr="/home/claude/safex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39" y="3149651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8437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163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 Cases · 5 Models · 2 Repository Interfaces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429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business logic — zero Android dependencies</a:t>
            </a:r>
            <a:endParaRPr lang="en-US" sz="980" dirty="0"/>
          </a:p>
        </p:txBody>
      </p:sp>
      <p:sp>
        <p:nvSpPr>
          <p:cNvPr id="17" name="Text 13"/>
          <p:cNvSpPr txBox="1"/>
          <p:nvPr/>
        </p:nvSpPr>
        <p:spPr>
          <a:xfrm>
            <a:off x="6949440" y="28437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48640" y="4005072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293108"/>
            <a:ext cx="566928" cy="566928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0" name="Image 2" descr="/home/claude/safex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39" y="4420667"/>
            <a:ext cx="311810" cy="31181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SQLCipher · Retrofit · DataStore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47000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storage, network calls, and preferences</a:t>
            </a:r>
            <a:endParaRPr lang="en-US" sz="98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48640" y="5276088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5564124"/>
            <a:ext cx="566928" cy="566928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27" name="Image 3" descr="/home/claude/safex/icon_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39" y="5691683"/>
            <a:ext cx="311810" cy="31181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0020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Layer + Services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600200" y="57058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Modules · Call Detector · Recorder · Alerts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1600200" y="59710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and background services</a:t>
            </a:r>
            <a:endParaRPr lang="en-US" sz="98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53858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distribution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8229600" y="1783080"/>
          <a:ext cx="3429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4" name="Text 27"/>
          <p:cNvSpPr txBox="1"/>
          <p:nvPr/>
        </p:nvSpPr>
        <p:spPr>
          <a:xfrm>
            <a:off x="8229600" y="4434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229600" y="4754880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6" name="Image 4" descr="/home/claude/safex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890" y="4789170"/>
            <a:ext cx="205740" cy="2057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613648" y="47365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229600" y="5138928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9" name="Image 5" descr="/home/claude/safex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890" y="5173218"/>
            <a:ext cx="205740" cy="2057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613648" y="5120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8229600" y="5522976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2" name="Image 6" descr="/home/claude/safex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3890" y="5557266"/>
            <a:ext cx="205740" cy="20574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613648" y="55046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229600" y="5907024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5" name="Image 7" descr="/home/claude/safex/icon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3890" y="5941314"/>
            <a:ext cx="205740" cy="2057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613648" y="588873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5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travels from the user to storage and back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1801368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10128" y="2007108"/>
            <a:ext cx="502920" cy="50292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7" name="Image 0" descr="/home/claude/safex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3285" y="2120265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977640" y="19202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22311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UI + ViewModels — Call Guard, URL Scanner, History, Settings screens</a:t>
            </a:r>
            <a:endParaRPr lang="en-US" sz="980" dirty="0"/>
          </a:p>
        </p:txBody>
      </p:sp>
      <p:pic>
        <p:nvPicPr>
          <p:cNvPr id="10" name="Image 1" descr="/home/claude/safex/icon_arr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274320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08960" y="309981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0128" y="3305556"/>
            <a:ext cx="502920" cy="50292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3" name="Image 2" descr="/home/claude/safex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85" y="3418713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7640" y="32186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Repositories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977640" y="352958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 cases orchestrate data through repository interfaces</a:t>
            </a:r>
            <a:endParaRPr lang="en-US" sz="980" dirty="0"/>
          </a:p>
        </p:txBody>
      </p:sp>
      <p:pic>
        <p:nvPicPr>
          <p:cNvPr id="16" name="Image 3" descr="/home/claude/safex/icon_arrow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4041648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108960" y="439826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310128" y="4604004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9" name="Image 4" descr="/home/claude/safex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285" y="4717161"/>
            <a:ext cx="276606" cy="27660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977640" y="4517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3977640" y="48280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(SQLCipher) · Retrofit (3 APIs) · DataStore preferences</a:t>
            </a:r>
            <a:endParaRPr lang="en-US" sz="980" dirty="0"/>
          </a:p>
        </p:txBody>
      </p:sp>
      <p:pic>
        <p:nvPicPr>
          <p:cNvPr id="22" name="Image 5" descr="/home/claude/safex/icon_arrowd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5340096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108960" y="5696712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310128" y="5902452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25" name="Image 6" descr="/home/claude/safex/icon_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3285" y="6015609"/>
            <a:ext cx="276606" cy="27660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977640" y="581558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3977640" y="6126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Detection · Call Recording · AI Analysis · Fraud Alerts</a:t>
            </a:r>
            <a:endParaRPr lang="en-US" sz="980" dirty="0"/>
          </a:p>
        </p:txBody>
      </p:sp>
      <p:sp>
        <p:nvSpPr>
          <p:cNvPr id="28" name="Text 19"/>
          <p:cNvSpPr txBox="1"/>
          <p:nvPr/>
        </p:nvSpPr>
        <p:spPr>
          <a:xfrm>
            <a:off x="96012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Legend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9601200" y="1883664"/>
            <a:ext cx="256032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9966960" y="17739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9601200" y="2340864"/>
            <a:ext cx="256032" cy="1097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9966960" y="2231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flow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9601200" y="2798064"/>
            <a:ext cx="256032" cy="109728"/>
          </a:xfrm>
          <a:prstGeom prst="rect">
            <a:avLst/>
          </a:prstGeom>
          <a:solidFill>
            <a:srgbClr val="CF6679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9966960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point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9601200" y="34290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1A2B4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6" name="Text 27"/>
          <p:cNvSpPr txBox="1"/>
          <p:nvPr/>
        </p:nvSpPr>
        <p:spPr>
          <a:xfrm>
            <a:off x="97840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Response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9784080" y="393192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→ ViewModel → Use Case → Repository → Data Source, then the response returns the same path in reverse to update the UI.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production-tested libraries across every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6" name="Image 0" descr="/home/claude/safex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1786509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377440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50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70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1.9.22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072384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1455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(BOM 2024.02)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3767328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059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3, Navy/Cyan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462272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354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 2.7.7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43400" y="14173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99432" y="1673352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2" name="Image 1" descr="/home/claude/safex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89" y="1786509"/>
            <a:ext cx="276606" cy="27660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239512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572000" y="2377440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72000" y="2450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2670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2.9.0, OkHttp, Gson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572000" y="3072384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0" y="31455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0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2.6.1 + SQLCipher 4.5.4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572000" y="3767328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7200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0" y="4059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EncryptedSharedPreferences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572000" y="4462272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72000" y="45354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457200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 1.7.3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138160" y="14173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394192" y="1673352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38" name="Image 2" descr="/home/claude/safex/icon_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349" y="1786509"/>
            <a:ext cx="276606" cy="276606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9034272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8366760" y="2377440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366760" y="2450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CONTAINER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8366760" y="2670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2.50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8366760" y="3072384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366760" y="31455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8366760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1.1.0, Security Crypto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8366760" y="3767328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36676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CAMERA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8366760" y="4059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17.2.0, CameraX 1.3.1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8366760" y="4462272"/>
            <a:ext cx="3154680" cy="0"/>
          </a:xfrm>
          <a:prstGeom prst="line">
            <a:avLst/>
          </a:prstGeom>
          <a:noFill/>
          <a:ln w="12700">
            <a:solidFill>
              <a:srgbClr val="E1E7EE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366760" y="45354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836676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WorkManager, Coil, Lottie</a:t>
            </a:r>
            <a:endParaRPr lang="en-US" sz="1150" dirty="0"/>
          </a:p>
        </p:txBody>
      </p:sp>
      <p:sp>
        <p:nvSpPr>
          <p:cNvPr id="52" name="Shape 47"/>
          <p:cNvSpPr/>
          <p:nvPr/>
        </p:nvSpPr>
        <p:spPr>
          <a:xfrm>
            <a:off x="548640" y="539496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1A2B4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3" name="Text 48"/>
          <p:cNvSpPr txBox="1"/>
          <p:nvPr/>
        </p:nvSpPr>
        <p:spPr>
          <a:xfrm>
            <a:off x="54864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54864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8.2.2</a:t>
            </a:r>
            <a:endParaRPr lang="en-US" sz="1600" dirty="0"/>
          </a:p>
        </p:txBody>
      </p:sp>
      <p:sp>
        <p:nvSpPr>
          <p:cNvPr id="55" name="Text 50"/>
          <p:cNvSpPr txBox="1"/>
          <p:nvPr/>
        </p:nvSpPr>
        <p:spPr>
          <a:xfrm>
            <a:off x="240030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950" dirty="0"/>
          </a:p>
        </p:txBody>
      </p:sp>
      <p:sp>
        <p:nvSpPr>
          <p:cNvPr id="56" name="Text 51"/>
          <p:cNvSpPr txBox="1"/>
          <p:nvPr/>
        </p:nvSpPr>
        <p:spPr>
          <a:xfrm>
            <a:off x="240030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</a:t>
            </a:r>
            <a:endParaRPr lang="en-US" sz="1600" dirty="0"/>
          </a:p>
        </p:txBody>
      </p:sp>
      <p:sp>
        <p:nvSpPr>
          <p:cNvPr id="57" name="Shape 52"/>
          <p:cNvSpPr/>
          <p:nvPr/>
        </p:nvSpPr>
        <p:spPr>
          <a:xfrm>
            <a:off x="2400300" y="5532120"/>
            <a:ext cx="0" cy="50292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425196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950" dirty="0"/>
          </a:p>
        </p:txBody>
      </p:sp>
      <p:sp>
        <p:nvSpPr>
          <p:cNvPr id="59" name="Text 54"/>
          <p:cNvSpPr txBox="1"/>
          <p:nvPr/>
        </p:nvSpPr>
        <p:spPr>
          <a:xfrm>
            <a:off x="425196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60" name="Shape 55"/>
          <p:cNvSpPr/>
          <p:nvPr/>
        </p:nvSpPr>
        <p:spPr>
          <a:xfrm>
            <a:off x="4251960" y="5532120"/>
            <a:ext cx="0" cy="50292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610362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Target SDK</a:t>
            </a:r>
            <a:endParaRPr lang="en-US" sz="950" dirty="0"/>
          </a:p>
        </p:txBody>
      </p:sp>
      <p:sp>
        <p:nvSpPr>
          <p:cNvPr id="62" name="Text 57"/>
          <p:cNvSpPr txBox="1"/>
          <p:nvPr/>
        </p:nvSpPr>
        <p:spPr>
          <a:xfrm>
            <a:off x="610362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34</a:t>
            </a:r>
            <a:endParaRPr lang="en-US" sz="1600" dirty="0"/>
          </a:p>
        </p:txBody>
      </p:sp>
      <p:sp>
        <p:nvSpPr>
          <p:cNvPr id="63" name="Shape 58"/>
          <p:cNvSpPr/>
          <p:nvPr/>
        </p:nvSpPr>
        <p:spPr>
          <a:xfrm>
            <a:off x="6103620" y="5532120"/>
            <a:ext cx="0" cy="50292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795528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SDK</a:t>
            </a:r>
            <a:endParaRPr lang="en-US" sz="950" dirty="0"/>
          </a:p>
        </p:txBody>
      </p:sp>
      <p:sp>
        <p:nvSpPr>
          <p:cNvPr id="65" name="Text 60"/>
          <p:cNvSpPr txBox="1"/>
          <p:nvPr/>
        </p:nvSpPr>
        <p:spPr>
          <a:xfrm>
            <a:off x="795528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600" dirty="0"/>
          </a:p>
        </p:txBody>
      </p:sp>
      <p:sp>
        <p:nvSpPr>
          <p:cNvPr id="66" name="Shape 61"/>
          <p:cNvSpPr/>
          <p:nvPr/>
        </p:nvSpPr>
        <p:spPr>
          <a:xfrm>
            <a:off x="7955280" y="5532120"/>
            <a:ext cx="0" cy="50292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9806940" y="548640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Level</a:t>
            </a:r>
            <a:endParaRPr lang="en-US" sz="950" dirty="0"/>
          </a:p>
        </p:txBody>
      </p:sp>
      <p:sp>
        <p:nvSpPr>
          <p:cNvPr id="68" name="Text 63"/>
          <p:cNvSpPr txBox="1"/>
          <p:nvPr/>
        </p:nvSpPr>
        <p:spPr>
          <a:xfrm>
            <a:off x="9806940" y="5742432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600" dirty="0"/>
          </a:p>
        </p:txBody>
      </p:sp>
      <p:sp>
        <p:nvSpPr>
          <p:cNvPr id="69" name="Shape 64"/>
          <p:cNvSpPr/>
          <p:nvPr/>
        </p:nvSpPr>
        <p:spPr>
          <a:xfrm>
            <a:off x="9806940" y="5532120"/>
            <a:ext cx="0" cy="502920"/>
          </a:xfrm>
          <a:prstGeom prst="line">
            <a:avLst/>
          </a:prstGeom>
          <a:noFill/>
          <a:ln w="12700">
            <a:solidFill>
              <a:srgbClr val="2B3D5C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&amp; Unique Advantages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built, and what sets SAFEx apart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Statistics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Files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606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63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66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063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566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063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8K+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566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Advantages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103120"/>
            <a:ext cx="384048" cy="384048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21" name="Image 0" descr="/home/claude/safex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491" y="2189531"/>
            <a:ext cx="211226" cy="21122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85800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fraud patterns, Hindi/English, government links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869680" y="2103120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5" name="Image 1" descr="/home/claude/safex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091" y="2189531"/>
            <a:ext cx="211226" cy="21122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37260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9372600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SQLCipher, Keystore, biometric auth, zero-knowledge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355080" y="3063240"/>
            <a:ext cx="384048" cy="384048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29" name="Image 2" descr="/home/claude/safex/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91" y="3149651"/>
            <a:ext cx="211226" cy="21122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580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858000" y="3319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alerts, minimal battery drain, offline-capable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8869680" y="3063240"/>
            <a:ext cx="384048" cy="384048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33" name="Image 3" descr="/home/claude/safex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091" y="3149651"/>
            <a:ext cx="211226" cy="21122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3726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User-Centric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372600" y="3319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onboarding, one-tap reporting, accessible design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109960" cy="914400"/>
        </p:xfrm>
        <a:graphic>
          <a:graphicData uri="http://schemas.openxmlformats.org/drawingml/2006/table">
            <a:tbl>
              <a:tblPr/>
              <a:tblGrid>
                <a:gridCol w="6172200"/>
                <a:gridCol w="1645920"/>
                <a:gridCol w="1645920"/>
                <a:gridCol w="164592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Call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India-Focused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C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1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SAFEx Works — Complete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incoming call or scanned link to a documented result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596" y="1783080"/>
            <a:ext cx="502920" cy="50292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6" name="Image 0" descr="/home/claude/safex/icon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753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231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2491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call details, record voice sample, get caller number</a:t>
            </a:r>
            <a:endParaRPr lang="en-US" sz="900" dirty="0"/>
          </a:p>
        </p:txBody>
      </p:sp>
      <p:pic>
        <p:nvPicPr>
          <p:cNvPr id="9" name="Image 1" descr="/home/claude/safex/icon_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53746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98064" y="155448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9020" y="1783080"/>
            <a:ext cx="502920" cy="50292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2" name="Image 2" descr="/home/claude/safex/icon_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177" y="189623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89504" y="24231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Analyze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2935224" y="272491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prosody, speech-to-text, pattern matching, AI processing</a:t>
            </a:r>
            <a:endParaRPr lang="en-US" sz="900" dirty="0"/>
          </a:p>
        </p:txBody>
      </p:sp>
      <p:pic>
        <p:nvPicPr>
          <p:cNvPr id="15" name="Image 3" descr="/home/claude/safex/icon_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53746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47488" y="155448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838444" y="178308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18" name="Image 4" descr="/home/claude/safex/icon_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601" y="1896237"/>
            <a:ext cx="276606" cy="27660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38928" y="24231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5184648" y="272491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(0–100), fraud probability, category classification</a:t>
            </a:r>
            <a:endParaRPr lang="en-US" sz="900" dirty="0"/>
          </a:p>
        </p:txBody>
      </p:sp>
      <p:pic>
        <p:nvPicPr>
          <p:cNvPr id="21" name="Image 5" descr="/home/claude/safex/icon_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253746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96912" y="155448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87868" y="1783080"/>
            <a:ext cx="502920" cy="502920"/>
          </a:xfrm>
          <a:prstGeom prst="ellipse">
            <a:avLst/>
          </a:prstGeom>
          <a:solidFill>
            <a:srgbClr val="CF6679"/>
          </a:solidFill>
          <a:ln/>
        </p:spPr>
      </p:sp>
      <p:pic>
        <p:nvPicPr>
          <p:cNvPr id="24" name="Image 6" descr="/home/claude/safex/icon_bullho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025" y="1896237"/>
            <a:ext cx="276606" cy="27660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388352" y="24231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</a:t>
            </a:r>
            <a:endParaRPr lang="en-US" sz="1250" dirty="0"/>
          </a:p>
        </p:txBody>
      </p:sp>
      <p:sp>
        <p:nvSpPr>
          <p:cNvPr id="26" name="Text 17"/>
          <p:cNvSpPr txBox="1"/>
          <p:nvPr/>
        </p:nvSpPr>
        <p:spPr>
          <a:xfrm>
            <a:off x="7434072" y="272491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database, send alert, SMS notification, emergency contact</a:t>
            </a:r>
            <a:endParaRPr lang="en-US" sz="900" dirty="0"/>
          </a:p>
        </p:txBody>
      </p:sp>
      <p:pic>
        <p:nvPicPr>
          <p:cNvPr id="27" name="Image 7" descr="/home/claude/safex/icon_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2537460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46336" y="155448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337292" y="178308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0" name="Image 8" descr="/home/claude/safex/icon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0449" y="1896237"/>
            <a:ext cx="276606" cy="27660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637776" y="24231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Display</a:t>
            </a:r>
            <a:endParaRPr lang="en-US" sz="1250" dirty="0"/>
          </a:p>
        </p:txBody>
      </p:sp>
      <p:sp>
        <p:nvSpPr>
          <p:cNvPr id="32" name="Text 21"/>
          <p:cNvSpPr txBox="1"/>
          <p:nvPr/>
        </p:nvSpPr>
        <p:spPr>
          <a:xfrm>
            <a:off x="9683496" y="272491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badge, recommended actions, report options, saved to history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548640" y="402336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548640" y="4023360"/>
            <a:ext cx="2670048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685800" y="40233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(&lt; 100ms)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731520" y="4617720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detection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extraction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3401568" y="402336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3401568" y="4023360"/>
            <a:ext cx="2670048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9" name="Text 28"/>
          <p:cNvSpPr txBox="1"/>
          <p:nvPr/>
        </p:nvSpPr>
        <p:spPr>
          <a:xfrm>
            <a:off x="3538728" y="40233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(&lt; 5 sec)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3584448" y="4617720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analysis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6254496" y="402336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254496" y="4023360"/>
            <a:ext cx="2670048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3" name="Text 32"/>
          <p:cNvSpPr txBox="1"/>
          <p:nvPr/>
        </p:nvSpPr>
        <p:spPr>
          <a:xfrm>
            <a:off x="6391656" y="40233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Phase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6437376" y="4617720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9107424" y="402336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9107424" y="4023360"/>
            <a:ext cx="2670048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7" name="Text 36"/>
          <p:cNvSpPr txBox="1"/>
          <p:nvPr/>
        </p:nvSpPr>
        <p:spPr>
          <a:xfrm>
            <a:off x="9244584" y="40233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9290304" y="4617720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save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update</a:t>
            </a:r>
            <a:endParaRPr lang="en-US" sz="1100" dirty="0"/>
          </a:p>
        </p:txBody>
      </p:sp>
      <p:sp>
        <p:nvSpPr>
          <p:cNvPr id="49" name="Text 38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 &amp; Privacy First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protection paired with a device-first privacy model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865376"/>
            <a:ext cx="457200" cy="45720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7" name="Image 0" descr="/home/claude/safex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14" y="1968246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8562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103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AES-256 database protection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496312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" y="2578608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2" name="Image 1" descr="/home/claude/safex/icon_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14" y="268147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5694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8163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 for settings protection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09544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" y="329184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7" name="Image 2" descr="/home/claude/safex/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" y="33947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28269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5295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only, TLS 1.3+, certificate pinning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22776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" y="4005072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22" name="Image 3" descr="/home/claude/safex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" y="4107942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9959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325880" y="424281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Keystore, encrypted preferences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080760" y="1417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080760" y="1783080"/>
            <a:ext cx="5577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227064" y="1865376"/>
            <a:ext cx="457200" cy="457200"/>
          </a:xfrm>
          <a:prstGeom prst="ellipse">
            <a:avLst/>
          </a:prstGeom>
          <a:solidFill>
            <a:srgbClr val="1A2B4A"/>
          </a:solidFill>
          <a:ln/>
        </p:spPr>
      </p:sp>
      <p:pic>
        <p:nvPicPr>
          <p:cNvPr id="28" name="Image 4" descr="/home/claude/safex/icon_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934" y="1968246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58000" y="1856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Device-Only by Default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6858000" y="2103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sync, no data transmission, local processing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2496312"/>
            <a:ext cx="5577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27064" y="2578608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33" name="Image 5" descr="/home/claude/safex/icon_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934" y="2681478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0" y="25694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Logging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858000" y="28163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tracking, explicit permissions, audit trail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080760" y="3209544"/>
            <a:ext cx="5577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27064" y="329184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8" name="Image 6" descr="/home/claude/safex/icon_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934" y="3394710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58000" y="3282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Design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6858000" y="3529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see user data — no master keys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080760" y="3922776"/>
            <a:ext cx="5577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227064" y="4005072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43" name="Image 7" descr="/home/claude/safex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934" y="4107942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858000" y="3995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India Privacy Laws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6858000" y="4242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minimization, right to deletion, portability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Management — runtime requests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51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READ_PHONE_STATE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incoming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RECORD_AUDIO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SEND_SMS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alert 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8" name="Text 37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029200"/>
            <a:ext cx="3840480" cy="38404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 &amp; 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today, with a clear path to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1A2B4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8" name="Image 0" descr="/home/claude/safex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Version (v1.0)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4028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Kotlin files, 8 screens, 4 services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encryption · Hilt DI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· Material 3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crashes · GitHub ready · MIT License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141732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1A2B4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164592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3" name="Image 1" descr="/home/claude/safex/icon_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17487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494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feedback, bug fixes, unit tests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release, regional languages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improvements, web dashboard, partner API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expansion, enterprise version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2519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A2B4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A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8680" y="4507992"/>
            <a:ext cx="438912" cy="438912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25" name="Image 2" descr="/home/claude/safex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606747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463040" y="4453128"/>
            <a:ext cx="1725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463040" y="4727448"/>
            <a:ext cx="172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files · Clean Architecture · 40+ dependencies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3646170" y="4507992"/>
            <a:ext cx="438912" cy="438912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29" name="Image 3" descr="/home/claude/safex/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925" y="4606747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240530" y="4453128"/>
            <a:ext cx="1725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240530" y="4727448"/>
            <a:ext cx="172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· Keystore · GDPR compliant</a:t>
            </a:r>
            <a:endParaRPr lang="en-US" sz="930" dirty="0"/>
          </a:p>
        </p:txBody>
      </p:sp>
      <p:sp>
        <p:nvSpPr>
          <p:cNvPr id="32" name="Shape 26"/>
          <p:cNvSpPr/>
          <p:nvPr/>
        </p:nvSpPr>
        <p:spPr>
          <a:xfrm>
            <a:off x="6423660" y="4507992"/>
            <a:ext cx="438912" cy="438912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33" name="Image 4" descr="/home/claude/safex/icon_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415" y="4606747"/>
            <a:ext cx="241402" cy="2414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018020" y="4453128"/>
            <a:ext cx="1725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018020" y="4727448"/>
            <a:ext cx="172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 License · Documented</a:t>
            </a:r>
            <a:endParaRPr lang="en-US" sz="930" dirty="0"/>
          </a:p>
        </p:txBody>
      </p:sp>
      <p:sp>
        <p:nvSpPr>
          <p:cNvPr id="36" name="Shape 29"/>
          <p:cNvSpPr/>
          <p:nvPr/>
        </p:nvSpPr>
        <p:spPr>
          <a:xfrm>
            <a:off x="9201150" y="4507992"/>
            <a:ext cx="438912" cy="438912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37" name="Image 5" descr="/home/claude/safex/icon_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905" y="4606747"/>
            <a:ext cx="241402" cy="2414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795510" y="4453128"/>
            <a:ext cx="1725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Impact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9795510" y="4727448"/>
            <a:ext cx="172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protection · India-focused</a:t>
            </a:r>
            <a:endParaRPr lang="en-US" sz="93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87044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“Because every call could be the one that changes everything.”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26364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github.com/aditya-upmanyu/Safex   |   Status: Production Ready   |   License: MIT   |   Open Source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2026-09-06T07:05:19Z</dcterms:created>
  <dcterms:modified xsi:type="dcterms:W3CDTF">2026-09-06T07:05:19Z</dcterms:modified>
</cp:coreProperties>
</file>